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9" r:id="rId2"/>
    <p:sldId id="257" r:id="rId3"/>
    <p:sldId id="260" r:id="rId4"/>
    <p:sldId id="258" r:id="rId5"/>
    <p:sldId id="261" r:id="rId6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間スタイル 2 - アクセント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0A15C55-8517-42AA-B614-E9B94910E393}" styleName="中間スタイル 2 - アクセント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4279"/>
    <p:restoredTop sz="94558"/>
  </p:normalViewPr>
  <p:slideViewPr>
    <p:cSldViewPr snapToGrid="0">
      <p:cViewPr>
        <p:scale>
          <a:sx n="101" d="100"/>
          <a:sy n="101" d="100"/>
        </p:scale>
        <p:origin x="992" y="6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DF8EE07-EE03-9562-DD86-880D8B1EFA0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6B27F6AE-5D4E-90B4-8D04-75BA638BE37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F898964A-95EC-262E-4565-727ED3F608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6D9A20-FED7-3043-A4C6-3221457E92A9}" type="datetimeFigureOut">
              <a:rPr kumimoji="1" lang="ja-JP" altLang="en-US" smtClean="0"/>
              <a:t>2024/11/26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FA5642DC-E736-946F-7FB0-C22E764D71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CB7D47BB-6464-A56A-6F53-7DD4CB102E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7DC514-3F55-4742-8457-1C2C454DEF2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30280320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59AA9F2-F3B3-8989-C3FB-CD67CACC97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889E44FD-DBA4-3FA2-7666-547A68A875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97AA92BC-D9B3-D471-9ECD-5B8F4A7662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6D9A20-FED7-3043-A4C6-3221457E92A9}" type="datetimeFigureOut">
              <a:rPr kumimoji="1" lang="ja-JP" altLang="en-US" smtClean="0"/>
              <a:t>2024/11/26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140D91C3-DD16-4E8A-A9DC-C946D97F57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D64BEE19-A185-2A9E-419B-7AF0E98039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7DC514-3F55-4742-8457-1C2C454DEF2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0975694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1352A29-70F6-9A16-2D94-9033148DB4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FE9DBADF-EE07-C4C1-9E66-46797DC14E3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CF52C7A5-BD14-ACDF-8F86-61D20F920E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6D9A20-FED7-3043-A4C6-3221457E92A9}" type="datetimeFigureOut">
              <a:rPr kumimoji="1" lang="ja-JP" altLang="en-US" smtClean="0"/>
              <a:t>2024/11/26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DCD2B04D-ACE2-74C8-BE9B-7F42F59E08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1F8411D9-4AF5-7E16-33B0-B59CD45A6D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7DC514-3F55-4742-8457-1C2C454DEF2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2705158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36A21CA-2592-723C-E14C-00228D6647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6F70E1D6-C5CB-7F3A-DE74-E4940D5CDFF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15C2A053-8B42-A42C-3CB5-F0BB5D1021B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E9CD0643-4059-1BEF-AAE8-53CEA9E1C1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6D9A20-FED7-3043-A4C6-3221457E92A9}" type="datetimeFigureOut">
              <a:rPr kumimoji="1" lang="ja-JP" altLang="en-US" smtClean="0"/>
              <a:t>2024/11/26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A3080457-88F8-414C-E2B7-389D6139F2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16F8277C-B7BB-EE4F-8820-DA559733E5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7DC514-3F55-4742-8457-1C2C454DEF2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121010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E320880-5D86-3128-59FF-87C1805BFB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EAE6D4C8-48A7-AA37-F09A-6AC5986521B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AFDE1CE5-D53D-B7D1-9030-B5E7FEA1D1D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94E4C650-5127-3991-4B9E-47B3F2B5B04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08CE1C6D-DD58-B61D-5419-B7B868ABE09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C1FE35CC-C4D4-C174-1764-D937D2BEA7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6D9A20-FED7-3043-A4C6-3221457E92A9}" type="datetimeFigureOut">
              <a:rPr kumimoji="1" lang="ja-JP" altLang="en-US" smtClean="0"/>
              <a:t>2024/11/26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C42DC701-1204-BACE-6EA9-BFCC397BAD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F38F8CFB-C324-259E-7898-CD6E39BF4C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7DC514-3F55-4742-8457-1C2C454DEF2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32334695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1C1B843-2120-522B-75C4-954FB6D0AE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4F9A5D0E-4AEF-F988-B72A-F39D8DF08F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6D9A20-FED7-3043-A4C6-3221457E92A9}" type="datetimeFigureOut">
              <a:rPr kumimoji="1" lang="ja-JP" altLang="en-US" smtClean="0"/>
              <a:t>2024/11/26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A942738D-9FEF-954A-5DDE-D327A66FF5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DA3D93FF-6B9F-2B41-D5A5-99714A5672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7DC514-3F55-4742-8457-1C2C454DEF2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5507980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A4F321ED-3A61-B866-EDB3-628693C7C0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6D9A20-FED7-3043-A4C6-3221457E92A9}" type="datetimeFigureOut">
              <a:rPr kumimoji="1" lang="ja-JP" altLang="en-US" smtClean="0"/>
              <a:t>2024/11/26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5C62B767-4D2D-8161-F363-15D7562F43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D3F45F2F-DB7D-06CC-7CA8-D9187D68BC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7DC514-3F55-4742-8457-1C2C454DEF2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7106686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6354DCB-841A-4966-E1F3-6C7B285597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A0FBDC4C-7160-1FF6-6778-5587A6B4F38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D9557B55-1E79-B7E9-88CB-7BCD53F4A02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AB474031-4703-50AE-04FC-6F8D43A8C5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6D9A20-FED7-3043-A4C6-3221457E92A9}" type="datetimeFigureOut">
              <a:rPr kumimoji="1" lang="ja-JP" altLang="en-US" smtClean="0"/>
              <a:t>2024/11/26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4E24F13C-5480-26D3-87E6-70FBDA9307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4A70C4B6-9EE2-CF92-37A4-1C09B48F42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7DC514-3F55-4742-8457-1C2C454DEF2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27211356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A0CBE74-3397-12FC-2FF4-0B3B0C0183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44D0034B-C2CC-47C6-F62C-471CA9B5B70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88170C62-5CCC-AFFB-D0A0-846B88751EC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79E464F2-D0FA-D757-D759-6DCB9E80B6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6D9A20-FED7-3043-A4C6-3221457E92A9}" type="datetimeFigureOut">
              <a:rPr kumimoji="1" lang="ja-JP" altLang="en-US" smtClean="0"/>
              <a:t>2024/11/26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D819896C-F721-887C-6F59-6BC6180E32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369D3AE6-802F-A1B4-E1A7-73A2B3723B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7DC514-3F55-4742-8457-1C2C454DEF2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7318014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10A2136-480F-E9F4-2CC0-4E28E1299B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A57A015E-0C19-FCC5-3C52-7A5626AC402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6895F28-6859-DC45-C2A7-6D57AAAF35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6D9A20-FED7-3043-A4C6-3221457E92A9}" type="datetimeFigureOut">
              <a:rPr kumimoji="1" lang="ja-JP" altLang="en-US" smtClean="0"/>
              <a:t>2024/11/26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7E845EFE-2D8F-ED3E-7B8F-AECF31E15E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76E1729F-E9F3-B2E4-67D1-932CA7A48B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7DC514-3F55-4742-8457-1C2C454DEF2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09476871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E7EA3947-7961-1B3E-BFEC-5B04ABE9CCC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A8FF0630-5A41-D780-9675-5B6B861A921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1754C6E0-2597-ECDF-9AE5-3CB82743CC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6D9A20-FED7-3043-A4C6-3221457E92A9}" type="datetimeFigureOut">
              <a:rPr kumimoji="1" lang="ja-JP" altLang="en-US" smtClean="0"/>
              <a:t>2024/11/26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D78DD05D-1B0B-D573-E884-ADE1AFAE1B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842BBDB1-CCCC-E808-08B2-CCAB3F797A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7DC514-3F55-4742-8457-1C2C454DEF2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061923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D67C3917-68AD-3DCB-C4D9-8408674329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74225E52-7B94-5DE1-01DC-738D1D2E97C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CE9AA03D-1434-5D46-C915-D7F3D1E91FC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16D9A20-FED7-3043-A4C6-3221457E92A9}" type="datetimeFigureOut">
              <a:rPr kumimoji="1" lang="ja-JP" altLang="en-US" smtClean="0"/>
              <a:t>2024/11/26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D6838C9A-8F4D-7907-36AA-ED7108BBC51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E5134F10-EB5A-96FB-629C-21D5CC0A3AB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E7DC514-3F55-4742-8457-1C2C454DEF2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47452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図 1">
            <a:extLst>
              <a:ext uri="{FF2B5EF4-FFF2-40B4-BE49-F238E27FC236}">
                <a16:creationId xmlns:a16="http://schemas.microsoft.com/office/drawing/2014/main" id="{7298D813-BBAB-1CBB-46B3-DED1F70006E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"/>
            <a:ext cx="12192000" cy="66936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619857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図 2">
            <a:extLst>
              <a:ext uri="{FF2B5EF4-FFF2-40B4-BE49-F238E27FC236}">
                <a16:creationId xmlns:a16="http://schemas.microsoft.com/office/drawing/2014/main" id="{F85BCF50-9DD4-0213-2073-9F7E6AA7F4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"/>
            <a:ext cx="12192000" cy="66936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478877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図 1">
            <a:extLst>
              <a:ext uri="{FF2B5EF4-FFF2-40B4-BE49-F238E27FC236}">
                <a16:creationId xmlns:a16="http://schemas.microsoft.com/office/drawing/2014/main" id="{F2AF3063-288B-9DC0-F826-C3DC52C69A6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"/>
            <a:ext cx="12192000" cy="66936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647324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図 2">
            <a:extLst>
              <a:ext uri="{FF2B5EF4-FFF2-40B4-BE49-F238E27FC236}">
                <a16:creationId xmlns:a16="http://schemas.microsoft.com/office/drawing/2014/main" id="{249013D5-B426-A28C-9B9B-13F313FF9DB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"/>
            <a:ext cx="12192000" cy="66936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841396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33D5E0B7-57BD-E7FF-008F-1BBF884B4DF4}"/>
              </a:ext>
            </a:extLst>
          </p:cNvPr>
          <p:cNvSpPr/>
          <p:nvPr/>
        </p:nvSpPr>
        <p:spPr>
          <a:xfrm>
            <a:off x="6096000" y="1630392"/>
            <a:ext cx="2943825" cy="776378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3600" dirty="0">
                <a:solidFill>
                  <a:schemeClr val="tx1"/>
                </a:solidFill>
                <a:latin typeface="Hiragino Kaku Gothic Pro W3" panose="020B0300000000000000" pitchFamily="34" charset="-128"/>
                <a:ea typeface="Hiragino Kaku Gothic Pro W3" panose="020B0300000000000000" pitchFamily="34" charset="-128"/>
              </a:rPr>
              <a:t>TP</a:t>
            </a:r>
            <a:r>
              <a:rPr lang="ja-JP" altLang="en-US" sz="3600">
                <a:solidFill>
                  <a:schemeClr val="tx1"/>
                </a:solidFill>
                <a:latin typeface="Hiragino Kaku Gothic Pro W3" panose="020B0300000000000000" pitchFamily="34" charset="-128"/>
                <a:ea typeface="Hiragino Kaku Gothic Pro W3" panose="020B0300000000000000" pitchFamily="34" charset="-128"/>
              </a:rPr>
              <a:t>：</a:t>
            </a:r>
            <a:r>
              <a:rPr lang="en-US" altLang="ja-JP" sz="3600" dirty="0">
                <a:solidFill>
                  <a:schemeClr val="tx1"/>
                </a:solidFill>
                <a:latin typeface="Hiragino Kaku Gothic Pro W3" panose="020B0300000000000000" pitchFamily="34" charset="-128"/>
                <a:ea typeface="Hiragino Kaku Gothic Pro W3" panose="020B0300000000000000" pitchFamily="34" charset="-128"/>
              </a:rPr>
              <a:t>4609</a:t>
            </a:r>
            <a:endParaRPr kumimoji="1" lang="ja-JP" altLang="en-US" sz="3600">
              <a:solidFill>
                <a:schemeClr val="tx1"/>
              </a:solidFill>
              <a:latin typeface="Hiragino Kaku Gothic Pro W3" panose="020B0300000000000000" pitchFamily="34" charset="-128"/>
              <a:ea typeface="Hiragino Kaku Gothic Pro W3" panose="020B0300000000000000" pitchFamily="34" charset="-128"/>
            </a:endParaRPr>
          </a:p>
        </p:txBody>
      </p: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A1D1C755-9E05-11AE-837D-3332A796C758}"/>
              </a:ext>
            </a:extLst>
          </p:cNvPr>
          <p:cNvSpPr/>
          <p:nvPr/>
        </p:nvSpPr>
        <p:spPr>
          <a:xfrm>
            <a:off x="9039825" y="1630392"/>
            <a:ext cx="3117667" cy="776378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3600" dirty="0">
                <a:solidFill>
                  <a:schemeClr val="tx1"/>
                </a:solidFill>
                <a:latin typeface="Hiragino Kaku Gothic Pro W3" panose="020B0300000000000000" pitchFamily="34" charset="-128"/>
                <a:ea typeface="Hiragino Kaku Gothic Pro W3" panose="020B0300000000000000" pitchFamily="34" charset="-128"/>
              </a:rPr>
              <a:t>FN</a:t>
            </a:r>
            <a:r>
              <a:rPr lang="ja-JP" altLang="en-US" sz="3600">
                <a:solidFill>
                  <a:schemeClr val="tx1"/>
                </a:solidFill>
                <a:latin typeface="Hiragino Kaku Gothic Pro W3" panose="020B0300000000000000" pitchFamily="34" charset="-128"/>
                <a:ea typeface="Hiragino Kaku Gothic Pro W3" panose="020B0300000000000000" pitchFamily="34" charset="-128"/>
              </a:rPr>
              <a:t>：</a:t>
            </a:r>
            <a:r>
              <a:rPr lang="en-US" altLang="ja-JP" sz="3600" dirty="0">
                <a:solidFill>
                  <a:schemeClr val="tx1"/>
                </a:solidFill>
                <a:latin typeface="Hiragino Kaku Gothic Pro W3" panose="020B0300000000000000" pitchFamily="34" charset="-128"/>
                <a:ea typeface="Hiragino Kaku Gothic Pro W3" panose="020B0300000000000000" pitchFamily="34" charset="-128"/>
              </a:rPr>
              <a:t>570</a:t>
            </a:r>
            <a:endParaRPr kumimoji="1" lang="ja-JP" altLang="en-US" sz="3600">
              <a:solidFill>
                <a:schemeClr val="tx1"/>
              </a:solidFill>
              <a:latin typeface="Hiragino Kaku Gothic Pro W3" panose="020B0300000000000000" pitchFamily="34" charset="-128"/>
              <a:ea typeface="Hiragino Kaku Gothic Pro W3" panose="020B0300000000000000" pitchFamily="34" charset="-128"/>
            </a:endParaRPr>
          </a:p>
        </p:txBody>
      </p:sp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8655D550-B457-1050-23F6-46E483565836}"/>
              </a:ext>
            </a:extLst>
          </p:cNvPr>
          <p:cNvSpPr/>
          <p:nvPr/>
        </p:nvSpPr>
        <p:spPr>
          <a:xfrm>
            <a:off x="6095999" y="2406770"/>
            <a:ext cx="2943826" cy="776378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3600" dirty="0">
                <a:solidFill>
                  <a:schemeClr val="tx1"/>
                </a:solidFill>
                <a:latin typeface="Hiragino Kaku Gothic Pro W3" panose="020B0300000000000000" pitchFamily="34" charset="-128"/>
                <a:ea typeface="Hiragino Kaku Gothic Pro W3" panose="020B0300000000000000" pitchFamily="34" charset="-128"/>
              </a:rPr>
              <a:t>FP</a:t>
            </a:r>
            <a:r>
              <a:rPr lang="ja-JP" altLang="en-US" sz="3600">
                <a:solidFill>
                  <a:schemeClr val="tx1"/>
                </a:solidFill>
                <a:latin typeface="Hiragino Kaku Gothic Pro W3" panose="020B0300000000000000" pitchFamily="34" charset="-128"/>
                <a:ea typeface="Hiragino Kaku Gothic Pro W3" panose="020B0300000000000000" pitchFamily="34" charset="-128"/>
              </a:rPr>
              <a:t>：</a:t>
            </a:r>
            <a:r>
              <a:rPr lang="en-US" altLang="ja-JP" sz="3600" dirty="0">
                <a:solidFill>
                  <a:schemeClr val="tx1"/>
                </a:solidFill>
                <a:latin typeface="Hiragino Kaku Gothic Pro W3" panose="020B0300000000000000" pitchFamily="34" charset="-128"/>
                <a:ea typeface="Hiragino Kaku Gothic Pro W3" panose="020B0300000000000000" pitchFamily="34" charset="-128"/>
              </a:rPr>
              <a:t>134</a:t>
            </a:r>
            <a:endParaRPr kumimoji="1" lang="ja-JP" altLang="en-US" sz="3600">
              <a:solidFill>
                <a:schemeClr val="tx1"/>
              </a:solidFill>
              <a:latin typeface="Hiragino Kaku Gothic Pro W3" panose="020B0300000000000000" pitchFamily="34" charset="-128"/>
              <a:ea typeface="Hiragino Kaku Gothic Pro W3" panose="020B0300000000000000" pitchFamily="34" charset="-128"/>
            </a:endParaRPr>
          </a:p>
        </p:txBody>
      </p:sp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07C22252-1F18-2C28-0C68-8EE93222772B}"/>
              </a:ext>
            </a:extLst>
          </p:cNvPr>
          <p:cNvSpPr/>
          <p:nvPr/>
        </p:nvSpPr>
        <p:spPr>
          <a:xfrm>
            <a:off x="9039828" y="2406770"/>
            <a:ext cx="3117663" cy="776378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3600" dirty="0">
                <a:solidFill>
                  <a:schemeClr val="tx1"/>
                </a:solidFill>
                <a:latin typeface="Hiragino Kaku Gothic Pro W3" panose="020B0300000000000000" pitchFamily="34" charset="-128"/>
                <a:ea typeface="Hiragino Kaku Gothic Pro W3" panose="020B0300000000000000" pitchFamily="34" charset="-128"/>
              </a:rPr>
              <a:t>TN</a:t>
            </a:r>
            <a:r>
              <a:rPr lang="ja-JP" altLang="en-US" sz="3600">
                <a:solidFill>
                  <a:schemeClr val="tx1"/>
                </a:solidFill>
                <a:latin typeface="Hiragino Kaku Gothic Pro W3" panose="020B0300000000000000" pitchFamily="34" charset="-128"/>
                <a:ea typeface="Hiragino Kaku Gothic Pro W3" panose="020B0300000000000000" pitchFamily="34" charset="-128"/>
              </a:rPr>
              <a:t>：</a:t>
            </a:r>
            <a:r>
              <a:rPr lang="en-US" altLang="ja-JP" sz="3600" dirty="0">
                <a:solidFill>
                  <a:schemeClr val="tx1"/>
                </a:solidFill>
                <a:latin typeface="Hiragino Kaku Gothic Pro W3" panose="020B0300000000000000" pitchFamily="34" charset="-128"/>
                <a:ea typeface="Hiragino Kaku Gothic Pro W3" panose="020B0300000000000000" pitchFamily="34" charset="-128"/>
              </a:rPr>
              <a:t>224288</a:t>
            </a:r>
            <a:endParaRPr kumimoji="1" lang="ja-JP" altLang="en-US" sz="3600">
              <a:solidFill>
                <a:schemeClr val="tx1"/>
              </a:solidFill>
              <a:latin typeface="Hiragino Kaku Gothic Pro W3" panose="020B0300000000000000" pitchFamily="34" charset="-128"/>
              <a:ea typeface="Hiragino Kaku Gothic Pro W3" panose="020B0300000000000000" pitchFamily="34" charset="-128"/>
            </a:endParaRPr>
          </a:p>
        </p:txBody>
      </p:sp>
      <p:sp>
        <p:nvSpPr>
          <p:cNvPr id="9" name="正方形/長方形 8">
            <a:extLst>
              <a:ext uri="{FF2B5EF4-FFF2-40B4-BE49-F238E27FC236}">
                <a16:creationId xmlns:a16="http://schemas.microsoft.com/office/drawing/2014/main" id="{4A4FB0AD-8C25-2283-767A-A60756693CF4}"/>
              </a:ext>
            </a:extLst>
          </p:cNvPr>
          <p:cNvSpPr/>
          <p:nvPr/>
        </p:nvSpPr>
        <p:spPr>
          <a:xfrm>
            <a:off x="3065252" y="1630392"/>
            <a:ext cx="3030746" cy="776378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3600" dirty="0">
                <a:solidFill>
                  <a:schemeClr val="tx1"/>
                </a:solidFill>
                <a:latin typeface="Hiragino Kaku Gothic Pro W3" panose="020B0300000000000000" pitchFamily="34" charset="-128"/>
                <a:ea typeface="Hiragino Kaku Gothic Pro W3" panose="020B0300000000000000" pitchFamily="34" charset="-128"/>
              </a:rPr>
              <a:t>Bug</a:t>
            </a:r>
            <a:endParaRPr kumimoji="1" lang="ja-JP" altLang="en-US" sz="3600">
              <a:solidFill>
                <a:schemeClr val="tx1"/>
              </a:solidFill>
              <a:latin typeface="Hiragino Kaku Gothic Pro W3" panose="020B0300000000000000" pitchFamily="34" charset="-128"/>
              <a:ea typeface="Hiragino Kaku Gothic Pro W3" panose="020B0300000000000000" pitchFamily="34" charset="-128"/>
            </a:endParaRPr>
          </a:p>
        </p:txBody>
      </p:sp>
      <p:sp>
        <p:nvSpPr>
          <p:cNvPr id="10" name="正方形/長方形 9">
            <a:extLst>
              <a:ext uri="{FF2B5EF4-FFF2-40B4-BE49-F238E27FC236}">
                <a16:creationId xmlns:a16="http://schemas.microsoft.com/office/drawing/2014/main" id="{AE01BF5A-9D5D-1B9B-3E99-97A9CD621D8B}"/>
              </a:ext>
            </a:extLst>
          </p:cNvPr>
          <p:cNvSpPr/>
          <p:nvPr/>
        </p:nvSpPr>
        <p:spPr>
          <a:xfrm>
            <a:off x="3065251" y="2406770"/>
            <a:ext cx="3030746" cy="776378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3600" dirty="0">
                <a:solidFill>
                  <a:schemeClr val="tx1"/>
                </a:solidFill>
                <a:latin typeface="Hiragino Kaku Gothic Pro W3" panose="020B0300000000000000" pitchFamily="34" charset="-128"/>
                <a:ea typeface="Hiragino Kaku Gothic Pro W3" panose="020B0300000000000000" pitchFamily="34" charset="-128"/>
              </a:rPr>
              <a:t>No Bug</a:t>
            </a:r>
            <a:endParaRPr kumimoji="1" lang="ja-JP" altLang="en-US" sz="3600">
              <a:solidFill>
                <a:schemeClr val="tx1"/>
              </a:solidFill>
              <a:latin typeface="Hiragino Kaku Gothic Pro W3" panose="020B0300000000000000" pitchFamily="34" charset="-128"/>
              <a:ea typeface="Hiragino Kaku Gothic Pro W3" panose="020B0300000000000000" pitchFamily="34" charset="-128"/>
            </a:endParaRPr>
          </a:p>
        </p:txBody>
      </p:sp>
      <p:sp>
        <p:nvSpPr>
          <p:cNvPr id="11" name="正方形/長方形 10">
            <a:extLst>
              <a:ext uri="{FF2B5EF4-FFF2-40B4-BE49-F238E27FC236}">
                <a16:creationId xmlns:a16="http://schemas.microsoft.com/office/drawing/2014/main" id="{C8CE8004-2CE0-1497-CF0B-D6DC7CD3B2F4}"/>
              </a:ext>
            </a:extLst>
          </p:cNvPr>
          <p:cNvSpPr/>
          <p:nvPr/>
        </p:nvSpPr>
        <p:spPr>
          <a:xfrm>
            <a:off x="34505" y="1630392"/>
            <a:ext cx="3030746" cy="1552756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3600">
                <a:solidFill>
                  <a:schemeClr val="tx1"/>
                </a:solidFill>
                <a:latin typeface="Hiragino Kaku Gothic Pro W3" panose="020B0300000000000000" pitchFamily="34" charset="-128"/>
                <a:ea typeface="Hiragino Kaku Gothic Pro W3" panose="020B0300000000000000" pitchFamily="34" charset="-128"/>
              </a:rPr>
              <a:t>実際のラベル</a:t>
            </a:r>
          </a:p>
        </p:txBody>
      </p:sp>
      <p:sp>
        <p:nvSpPr>
          <p:cNvPr id="12" name="正方形/長方形 11">
            <a:extLst>
              <a:ext uri="{FF2B5EF4-FFF2-40B4-BE49-F238E27FC236}">
                <a16:creationId xmlns:a16="http://schemas.microsoft.com/office/drawing/2014/main" id="{6645CF3A-2A73-87B1-9CA8-4E313B21F52C}"/>
              </a:ext>
            </a:extLst>
          </p:cNvPr>
          <p:cNvSpPr/>
          <p:nvPr/>
        </p:nvSpPr>
        <p:spPr>
          <a:xfrm>
            <a:off x="6095999" y="854014"/>
            <a:ext cx="2943821" cy="776378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3600" dirty="0">
                <a:solidFill>
                  <a:schemeClr val="tx1"/>
                </a:solidFill>
                <a:latin typeface="Hiragino Kaku Gothic Pro W3" panose="020B0300000000000000" pitchFamily="34" charset="-128"/>
                <a:ea typeface="Hiragino Kaku Gothic Pro W3" panose="020B0300000000000000" pitchFamily="34" charset="-128"/>
              </a:rPr>
              <a:t>Bug</a:t>
            </a:r>
            <a:endParaRPr kumimoji="1" lang="ja-JP" altLang="en-US" sz="3600">
              <a:solidFill>
                <a:schemeClr val="tx1"/>
              </a:solidFill>
              <a:latin typeface="Hiragino Kaku Gothic Pro W3" panose="020B0300000000000000" pitchFamily="34" charset="-128"/>
              <a:ea typeface="Hiragino Kaku Gothic Pro W3" panose="020B0300000000000000" pitchFamily="34" charset="-128"/>
            </a:endParaRPr>
          </a:p>
        </p:txBody>
      </p:sp>
      <p:sp>
        <p:nvSpPr>
          <p:cNvPr id="13" name="正方形/長方形 12">
            <a:extLst>
              <a:ext uri="{FF2B5EF4-FFF2-40B4-BE49-F238E27FC236}">
                <a16:creationId xmlns:a16="http://schemas.microsoft.com/office/drawing/2014/main" id="{69B9DE75-B5FF-E554-4ADC-869040B18379}"/>
              </a:ext>
            </a:extLst>
          </p:cNvPr>
          <p:cNvSpPr/>
          <p:nvPr/>
        </p:nvSpPr>
        <p:spPr>
          <a:xfrm>
            <a:off x="9039820" y="854014"/>
            <a:ext cx="3117671" cy="776378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3600" dirty="0">
                <a:solidFill>
                  <a:schemeClr val="tx1"/>
                </a:solidFill>
                <a:latin typeface="Hiragino Kaku Gothic Pro W3" panose="020B0300000000000000" pitchFamily="34" charset="-128"/>
                <a:ea typeface="Hiragino Kaku Gothic Pro W3" panose="020B0300000000000000" pitchFamily="34" charset="-128"/>
              </a:rPr>
              <a:t>No Bug</a:t>
            </a:r>
            <a:endParaRPr kumimoji="1" lang="ja-JP" altLang="en-US" sz="3600">
              <a:solidFill>
                <a:schemeClr val="tx1"/>
              </a:solidFill>
              <a:latin typeface="Hiragino Kaku Gothic Pro W3" panose="020B0300000000000000" pitchFamily="34" charset="-128"/>
              <a:ea typeface="Hiragino Kaku Gothic Pro W3" panose="020B0300000000000000" pitchFamily="34" charset="-128"/>
            </a:endParaRPr>
          </a:p>
        </p:txBody>
      </p:sp>
      <p:sp>
        <p:nvSpPr>
          <p:cNvPr id="14" name="正方形/長方形 13">
            <a:extLst>
              <a:ext uri="{FF2B5EF4-FFF2-40B4-BE49-F238E27FC236}">
                <a16:creationId xmlns:a16="http://schemas.microsoft.com/office/drawing/2014/main" id="{3CB646E4-A526-BFF6-56D2-B52FB294FAC8}"/>
              </a:ext>
            </a:extLst>
          </p:cNvPr>
          <p:cNvSpPr/>
          <p:nvPr/>
        </p:nvSpPr>
        <p:spPr>
          <a:xfrm>
            <a:off x="6095997" y="77636"/>
            <a:ext cx="6061494" cy="776378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3600">
                <a:solidFill>
                  <a:schemeClr val="tx1"/>
                </a:solidFill>
                <a:latin typeface="Hiragino Kaku Gothic Pro W3" panose="020B0300000000000000" pitchFamily="34" charset="-128"/>
                <a:ea typeface="Hiragino Kaku Gothic Pro W3" panose="020B0300000000000000" pitchFamily="34" charset="-128"/>
              </a:rPr>
              <a:t>モデルの予測</a:t>
            </a:r>
          </a:p>
        </p:txBody>
      </p:sp>
      <p:sp>
        <p:nvSpPr>
          <p:cNvPr id="15" name="正方形/長方形 14">
            <a:extLst>
              <a:ext uri="{FF2B5EF4-FFF2-40B4-BE49-F238E27FC236}">
                <a16:creationId xmlns:a16="http://schemas.microsoft.com/office/drawing/2014/main" id="{A9B1401D-2A24-3247-B494-59D268009ECE}"/>
              </a:ext>
            </a:extLst>
          </p:cNvPr>
          <p:cNvSpPr/>
          <p:nvPr/>
        </p:nvSpPr>
        <p:spPr>
          <a:xfrm>
            <a:off x="34505" y="77636"/>
            <a:ext cx="6061490" cy="1552756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3600">
              <a:solidFill>
                <a:schemeClr val="tx1"/>
              </a:solidFill>
              <a:latin typeface="Hiragino Kaku Gothic Pro W3" panose="020B0300000000000000" pitchFamily="34" charset="-128"/>
              <a:ea typeface="Hiragino Kaku Gothic Pro W3" panose="020B0300000000000000" pitchFamily="34" charset="-128"/>
            </a:endParaRPr>
          </a:p>
        </p:txBody>
      </p:sp>
      <p:sp>
        <p:nvSpPr>
          <p:cNvPr id="16" name="正方形/長方形 15">
            <a:extLst>
              <a:ext uri="{FF2B5EF4-FFF2-40B4-BE49-F238E27FC236}">
                <a16:creationId xmlns:a16="http://schemas.microsoft.com/office/drawing/2014/main" id="{27C329B3-B684-F33B-6A53-E1D65717B343}"/>
              </a:ext>
            </a:extLst>
          </p:cNvPr>
          <p:cNvSpPr/>
          <p:nvPr/>
        </p:nvSpPr>
        <p:spPr>
          <a:xfrm>
            <a:off x="1027788" y="3409831"/>
            <a:ext cx="5068207" cy="1098434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3600" dirty="0">
                <a:solidFill>
                  <a:schemeClr val="tx1"/>
                </a:solidFill>
                <a:latin typeface="Hiragino Kaku Gothic Pro W3" panose="020B0300000000000000" pitchFamily="34" charset="-128"/>
                <a:ea typeface="Hiragino Kaku Gothic Pro W3" panose="020B0300000000000000" pitchFamily="34" charset="-128"/>
              </a:rPr>
              <a:t>Accuracy = 0.997</a:t>
            </a:r>
            <a:endParaRPr kumimoji="1" lang="ja-JP" altLang="en-US" sz="3600">
              <a:solidFill>
                <a:schemeClr val="tx1"/>
              </a:solidFill>
              <a:latin typeface="Hiragino Kaku Gothic Pro W3" panose="020B0300000000000000" pitchFamily="34" charset="-128"/>
              <a:ea typeface="Hiragino Kaku Gothic Pro W3" panose="020B0300000000000000" pitchFamily="34" charset="-128"/>
            </a:endParaRPr>
          </a:p>
        </p:txBody>
      </p:sp>
      <p:sp>
        <p:nvSpPr>
          <p:cNvPr id="17" name="正方形/長方形 16">
            <a:extLst>
              <a:ext uri="{FF2B5EF4-FFF2-40B4-BE49-F238E27FC236}">
                <a16:creationId xmlns:a16="http://schemas.microsoft.com/office/drawing/2014/main" id="{1E713FA2-200B-708E-D1B8-A113CC3C81C4}"/>
              </a:ext>
            </a:extLst>
          </p:cNvPr>
          <p:cNvSpPr/>
          <p:nvPr/>
        </p:nvSpPr>
        <p:spPr>
          <a:xfrm>
            <a:off x="1027788" y="4508265"/>
            <a:ext cx="5068207" cy="1098434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3600" dirty="0">
                <a:solidFill>
                  <a:schemeClr val="tx1"/>
                </a:solidFill>
                <a:latin typeface="Hiragino Kaku Gothic Pro W3" panose="020B0300000000000000" pitchFamily="34" charset="-128"/>
                <a:ea typeface="Hiragino Kaku Gothic Pro W3" panose="020B0300000000000000" pitchFamily="34" charset="-128"/>
              </a:rPr>
              <a:t>Precision = 0.972</a:t>
            </a:r>
            <a:endParaRPr kumimoji="1" lang="ja-JP" altLang="en-US" sz="3600">
              <a:solidFill>
                <a:schemeClr val="tx1"/>
              </a:solidFill>
              <a:latin typeface="Hiragino Kaku Gothic Pro W3" panose="020B0300000000000000" pitchFamily="34" charset="-128"/>
              <a:ea typeface="Hiragino Kaku Gothic Pro W3" panose="020B0300000000000000" pitchFamily="34" charset="-128"/>
            </a:endParaRPr>
          </a:p>
        </p:txBody>
      </p:sp>
      <p:sp>
        <p:nvSpPr>
          <p:cNvPr id="18" name="正方形/長方形 17">
            <a:extLst>
              <a:ext uri="{FF2B5EF4-FFF2-40B4-BE49-F238E27FC236}">
                <a16:creationId xmlns:a16="http://schemas.microsoft.com/office/drawing/2014/main" id="{4AC8A4FD-0313-E82E-74E2-FBCF0AE09B29}"/>
              </a:ext>
            </a:extLst>
          </p:cNvPr>
          <p:cNvSpPr/>
          <p:nvPr/>
        </p:nvSpPr>
        <p:spPr>
          <a:xfrm>
            <a:off x="1027788" y="5606699"/>
            <a:ext cx="5068207" cy="1098434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3600" dirty="0">
                <a:solidFill>
                  <a:schemeClr val="tx1"/>
                </a:solidFill>
                <a:latin typeface="Hiragino Kaku Gothic Pro W3" panose="020B0300000000000000" pitchFamily="34" charset="-128"/>
                <a:ea typeface="Hiragino Kaku Gothic Pro W3" panose="020B0300000000000000" pitchFamily="34" charset="-128"/>
              </a:rPr>
              <a:t>Recall = 0.890</a:t>
            </a:r>
            <a:endParaRPr kumimoji="1" lang="ja-JP" altLang="en-US" sz="3600">
              <a:solidFill>
                <a:schemeClr val="tx1"/>
              </a:solidFill>
              <a:latin typeface="Hiragino Kaku Gothic Pro W3" panose="020B0300000000000000" pitchFamily="34" charset="-128"/>
              <a:ea typeface="Hiragino Kaku Gothic Pro W3" panose="020B0300000000000000" pitchFamily="34" charset="-128"/>
            </a:endParaRPr>
          </a:p>
        </p:txBody>
      </p:sp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5E0F7C86-1B0C-EADD-693F-1DAA47E7C88B}"/>
              </a:ext>
            </a:extLst>
          </p:cNvPr>
          <p:cNvSpPr/>
          <p:nvPr/>
        </p:nvSpPr>
        <p:spPr>
          <a:xfrm>
            <a:off x="6095995" y="3409831"/>
            <a:ext cx="5068207" cy="1098434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3600" dirty="0">
                <a:solidFill>
                  <a:schemeClr val="tx1"/>
                </a:solidFill>
                <a:latin typeface="Hiragino Kaku Gothic Pro W3" panose="020B0300000000000000" pitchFamily="34" charset="-128"/>
                <a:ea typeface="Hiragino Kaku Gothic Pro W3" panose="020B0300000000000000" pitchFamily="34" charset="-128"/>
              </a:rPr>
              <a:t>ROC AUC= 0.990</a:t>
            </a:r>
            <a:endParaRPr kumimoji="1" lang="ja-JP" altLang="en-US" sz="3600">
              <a:solidFill>
                <a:schemeClr val="tx1"/>
              </a:solidFill>
              <a:latin typeface="Hiragino Kaku Gothic Pro W3" panose="020B0300000000000000" pitchFamily="34" charset="-128"/>
              <a:ea typeface="Hiragino Kaku Gothic Pro W3" panose="020B0300000000000000" pitchFamily="34" charset="-128"/>
            </a:endParaRPr>
          </a:p>
        </p:txBody>
      </p:sp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72E773A5-75D5-05FE-0E33-7648B9E7C610}"/>
              </a:ext>
            </a:extLst>
          </p:cNvPr>
          <p:cNvSpPr/>
          <p:nvPr/>
        </p:nvSpPr>
        <p:spPr>
          <a:xfrm>
            <a:off x="6095995" y="4508265"/>
            <a:ext cx="5068207" cy="1098434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3600" dirty="0">
                <a:solidFill>
                  <a:schemeClr val="tx1"/>
                </a:solidFill>
                <a:latin typeface="Hiragino Kaku Gothic Pro W3" panose="020B0300000000000000" pitchFamily="34" charset="-128"/>
                <a:ea typeface="Hiragino Kaku Gothic Pro W3" panose="020B0300000000000000" pitchFamily="34" charset="-128"/>
              </a:rPr>
              <a:t>PR AUC = 0.968</a:t>
            </a:r>
            <a:endParaRPr kumimoji="1" lang="ja-JP" altLang="en-US" sz="3600">
              <a:solidFill>
                <a:schemeClr val="tx1"/>
              </a:solidFill>
              <a:latin typeface="Hiragino Kaku Gothic Pro W3" panose="020B0300000000000000" pitchFamily="34" charset="-128"/>
              <a:ea typeface="Hiragino Kaku Gothic Pro W3" panose="020B0300000000000000" pitchFamily="34" charset="-128"/>
            </a:endParaRPr>
          </a:p>
        </p:txBody>
      </p: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628B1CFA-BD70-DC29-CA8E-75698AD234F3}"/>
              </a:ext>
            </a:extLst>
          </p:cNvPr>
          <p:cNvSpPr/>
          <p:nvPr/>
        </p:nvSpPr>
        <p:spPr>
          <a:xfrm>
            <a:off x="6095995" y="5606699"/>
            <a:ext cx="5068207" cy="1098434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3600" dirty="0">
                <a:solidFill>
                  <a:schemeClr val="tx1"/>
                </a:solidFill>
                <a:latin typeface="Hiragino Kaku Gothic Pro W3" panose="020B0300000000000000" pitchFamily="34" charset="-128"/>
                <a:ea typeface="Hiragino Kaku Gothic Pro W3" panose="020B0300000000000000" pitchFamily="34" charset="-128"/>
              </a:rPr>
              <a:t>Brier Score = 0.003</a:t>
            </a:r>
            <a:endParaRPr kumimoji="1" lang="ja-JP" altLang="en-US" sz="3600">
              <a:solidFill>
                <a:schemeClr val="tx1"/>
              </a:solidFill>
              <a:latin typeface="Hiragino Kaku Gothic Pro W3" panose="020B0300000000000000" pitchFamily="34" charset="-128"/>
              <a:ea typeface="Hiragino Kaku Gothic Pro W3" panose="020B0300000000000000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411552546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8304</TotalTime>
  <Words>45</Words>
  <Application>Microsoft Macintosh PowerPoint</Application>
  <PresentationFormat>ワイド画面</PresentationFormat>
  <Paragraphs>16</Paragraphs>
  <Slides>5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4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5</vt:i4>
      </vt:variant>
    </vt:vector>
  </HeadingPairs>
  <TitlesOfParts>
    <vt:vector size="10" baseType="lpstr">
      <vt:lpstr>Hiragino Kaku Gothic Pro W3</vt:lpstr>
      <vt:lpstr>游ゴシック</vt:lpstr>
      <vt:lpstr>游ゴシック Light</vt:lpstr>
      <vt:lpstr>Arial</vt:lpstr>
      <vt:lpstr>Office テーマ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雄斗 植中</dc:creator>
  <cp:lastModifiedBy>雄斗 植中</cp:lastModifiedBy>
  <cp:revision>8</cp:revision>
  <dcterms:created xsi:type="dcterms:W3CDTF">2024-10-28T10:52:02Z</dcterms:created>
  <dcterms:modified xsi:type="dcterms:W3CDTF">2024-11-26T02:38:57Z</dcterms:modified>
</cp:coreProperties>
</file>