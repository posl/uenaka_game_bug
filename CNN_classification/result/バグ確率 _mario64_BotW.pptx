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8" r:id="rId2"/>
    <p:sldId id="261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71"/>
    <p:restoredTop sz="94588"/>
  </p:normalViewPr>
  <p:slideViewPr>
    <p:cSldViewPr snapToGrid="0">
      <p:cViewPr varScale="1">
        <p:scale>
          <a:sx n="136" d="100"/>
          <a:sy n="136" d="100"/>
        </p:scale>
        <p:origin x="248" y="1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DFBDE0-B0A7-0643-ADBC-32B89055F76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F2F669-E27C-EF4B-A90E-E31F80E18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8492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F2F669-E27C-EF4B-A90E-E31F80E18E66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8965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F8EE07-EE03-9562-DD86-880D8B1EF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B27F6AE-5D4E-90B4-8D04-75BA638BE3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898964A-95EC-262E-4565-727ED3F60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5642DC-E736-946F-7FB0-C22E764D7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7D47BB-6464-A56A-6F53-7DD4CB102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2803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9AA9F2-F3B3-8989-C3FB-CD67CACC9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9E44FD-DBA4-3FA2-7666-547A68A87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AA92BC-D9B3-D471-9ECD-5B8F4A766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0D91C3-DD16-4E8A-A9DC-C946D97F5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64BEE19-A185-2A9E-419B-7AF0E9803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7569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352A29-70F6-9A16-2D94-9033148DB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E9DBADF-EE07-C4C1-9E66-46797DC14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F52C7A5-BD14-ACDF-8F86-61D20F920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D2B04D-ACE2-74C8-BE9B-7F42F59E0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8411D9-4AF5-7E16-33B0-B59CD45A6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7051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6A21CA-2592-723C-E14C-00228D664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70E1D6-C5CB-7F3A-DE74-E4940D5CDF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5C2A053-8B42-A42C-3CB5-F0BB5D1021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CD0643-4059-1BEF-AAE8-53CEA9E1C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3080457-88F8-414C-E2B7-389D6139F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6F8277C-B7BB-EE4F-8820-DA559733E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2101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320880-5D86-3128-59FF-87C1805BF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E6D4C8-48A7-AA37-F09A-6AC598652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FDE1CE5-D53D-B7D1-9030-B5E7FEA1D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4E4C650-5127-3991-4B9E-47B3F2B5B0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8CE1C6D-DD58-B61D-5419-B7B868ABE0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1FE35CC-C4D4-C174-1764-D937D2BEA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42DC701-1204-BACE-6EA9-BFCC397BA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38F8CFB-C324-259E-7898-CD6E39BF4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3346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C1B843-2120-522B-75C4-954FB6D0A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F9A5D0E-4AEF-F988-B72A-F39D8DF08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942738D-9FEF-954A-5DDE-D327A66FF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A3D93FF-6B9F-2B41-D5A5-99714A567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0798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4F321ED-3A61-B866-EDB3-628693C7C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C62B767-4D2D-8161-F363-15D7562F4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3F45F2F-DB7D-06CC-7CA8-D9187D68B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1066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354DCB-841A-4966-E1F3-6C7B28559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0FBDC4C-7160-1FF6-6778-5587A6B4F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9557B55-1E79-B7E9-88CB-7BCD53F4A0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B474031-4703-50AE-04FC-6F8D43A8C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E24F13C-5480-26D3-87E6-70FBDA930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A70C4B6-9EE2-CF92-37A4-1C09B48F4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2113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0CBE74-3397-12FC-2FF4-0B3B0C018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4D0034B-C2CC-47C6-F62C-471CA9B5B7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8170C62-5CCC-AFFB-D0A0-846B88751E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9E464F2-D0FA-D757-D759-6DCB9E80B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819896C-F721-887C-6F59-6BC6180E3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9D3AE6-802F-A1B4-E1A7-73A2B372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1801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0A2136-480F-E9F4-2CC0-4E28E1299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57A015E-0C19-FCC5-3C52-7A5626AC40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6895F28-6859-DC45-C2A7-6D57AAAF3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845EFE-2D8F-ED3E-7B8F-AECF31E15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E1729F-E9F3-B2E4-67D1-932CA7A48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4768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7EA3947-7961-1B3E-BFEC-5B04ABE9CC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8FF0630-5A41-D780-9675-5B6B861A92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54C6E0-2597-ECDF-9AE5-3CB82743C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8DD05D-1B0B-D573-E884-ADE1AFAE1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2BBDB1-CCCC-E808-08B2-CCAB3F797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6192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67C3917-68AD-3DCB-C4D9-840867432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4225E52-7B94-5DE1-01DC-738D1D2E9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9AA03D-1434-5D46-C915-D7F3D1E91F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6838C9A-8F4D-7907-36AA-ED7108BBC5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134F10-EB5A-96FB-629C-21D5CC0A3A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745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BD0D36FF-A1E1-CA06-8981-15947E3FB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0713" cy="6642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413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3D5E0B7-57BD-E7FF-008F-1BBF884B4DF4}"/>
              </a:ext>
            </a:extLst>
          </p:cNvPr>
          <p:cNvSpPr/>
          <p:nvPr/>
        </p:nvSpPr>
        <p:spPr>
          <a:xfrm>
            <a:off x="6096000" y="1630392"/>
            <a:ext cx="2943825" cy="7763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TP</a:t>
            </a:r>
            <a:r>
              <a:rPr lang="ja-JP" altLang="en-US" sz="36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：</a:t>
            </a:r>
            <a:r>
              <a:rPr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0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1D1C755-9E05-11AE-837D-3332A796C758}"/>
              </a:ext>
            </a:extLst>
          </p:cNvPr>
          <p:cNvSpPr/>
          <p:nvPr/>
        </p:nvSpPr>
        <p:spPr>
          <a:xfrm>
            <a:off x="9039825" y="1630392"/>
            <a:ext cx="3117667" cy="7763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FN</a:t>
            </a:r>
            <a:r>
              <a:rPr lang="ja-JP" altLang="en-US" sz="36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：</a:t>
            </a:r>
            <a:r>
              <a:rPr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3529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655D550-B457-1050-23F6-46E483565836}"/>
              </a:ext>
            </a:extLst>
          </p:cNvPr>
          <p:cNvSpPr/>
          <p:nvPr/>
        </p:nvSpPr>
        <p:spPr>
          <a:xfrm>
            <a:off x="6095999" y="2406770"/>
            <a:ext cx="2943826" cy="7763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FP</a:t>
            </a:r>
            <a:r>
              <a:rPr lang="ja-JP" altLang="en-US" sz="36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：</a:t>
            </a:r>
            <a:r>
              <a:rPr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0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7C22252-1F18-2C28-0C68-8EE93222772B}"/>
              </a:ext>
            </a:extLst>
          </p:cNvPr>
          <p:cNvSpPr/>
          <p:nvPr/>
        </p:nvSpPr>
        <p:spPr>
          <a:xfrm>
            <a:off x="9039828" y="2406770"/>
            <a:ext cx="3117663" cy="7763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TN</a:t>
            </a:r>
            <a:r>
              <a:rPr lang="ja-JP" altLang="en-US" sz="36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：</a:t>
            </a:r>
            <a:r>
              <a:rPr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38564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A4FB0AD-8C25-2283-767A-A60756693CF4}"/>
              </a:ext>
            </a:extLst>
          </p:cNvPr>
          <p:cNvSpPr/>
          <p:nvPr/>
        </p:nvSpPr>
        <p:spPr>
          <a:xfrm>
            <a:off x="3065252" y="1630392"/>
            <a:ext cx="3030746" cy="7763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Bug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E01BF5A-9D5D-1B9B-3E99-97A9CD621D8B}"/>
              </a:ext>
            </a:extLst>
          </p:cNvPr>
          <p:cNvSpPr/>
          <p:nvPr/>
        </p:nvSpPr>
        <p:spPr>
          <a:xfrm>
            <a:off x="3065251" y="2406770"/>
            <a:ext cx="3030746" cy="7763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No Bug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8CE8004-2CE0-1497-CF0B-D6DC7CD3B2F4}"/>
              </a:ext>
            </a:extLst>
          </p:cNvPr>
          <p:cNvSpPr/>
          <p:nvPr/>
        </p:nvSpPr>
        <p:spPr>
          <a:xfrm>
            <a:off x="34505" y="1630392"/>
            <a:ext cx="3030746" cy="15527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6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実際のラベル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645CF3A-2A73-87B1-9CA8-4E313B21F52C}"/>
              </a:ext>
            </a:extLst>
          </p:cNvPr>
          <p:cNvSpPr/>
          <p:nvPr/>
        </p:nvSpPr>
        <p:spPr>
          <a:xfrm>
            <a:off x="6095999" y="854014"/>
            <a:ext cx="2943821" cy="7763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Bug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9B9DE75-B5FF-E554-4ADC-869040B18379}"/>
              </a:ext>
            </a:extLst>
          </p:cNvPr>
          <p:cNvSpPr/>
          <p:nvPr/>
        </p:nvSpPr>
        <p:spPr>
          <a:xfrm>
            <a:off x="9039820" y="854014"/>
            <a:ext cx="3117671" cy="7763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No Bug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CB646E4-A526-BFF6-56D2-B52FB294FAC8}"/>
              </a:ext>
            </a:extLst>
          </p:cNvPr>
          <p:cNvSpPr/>
          <p:nvPr/>
        </p:nvSpPr>
        <p:spPr>
          <a:xfrm>
            <a:off x="6095997" y="77636"/>
            <a:ext cx="6061494" cy="7763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6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モデルの予測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9B1401D-2A24-3247-B494-59D268009ECE}"/>
              </a:ext>
            </a:extLst>
          </p:cNvPr>
          <p:cNvSpPr/>
          <p:nvPr/>
        </p:nvSpPr>
        <p:spPr>
          <a:xfrm>
            <a:off x="34505" y="77636"/>
            <a:ext cx="6061490" cy="15527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7C329B3-B684-F33B-6A53-E1D65717B343}"/>
              </a:ext>
            </a:extLst>
          </p:cNvPr>
          <p:cNvSpPr/>
          <p:nvPr/>
        </p:nvSpPr>
        <p:spPr>
          <a:xfrm>
            <a:off x="1027788" y="3352797"/>
            <a:ext cx="5068207" cy="10984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Accuracy = 0.916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E713FA2-200B-708E-D1B8-A113CC3C81C4}"/>
              </a:ext>
            </a:extLst>
          </p:cNvPr>
          <p:cNvSpPr/>
          <p:nvPr/>
        </p:nvSpPr>
        <p:spPr>
          <a:xfrm>
            <a:off x="1027788" y="4451231"/>
            <a:ext cx="5068207" cy="10984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Precision = 0.000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4AC8A4FD-0313-E82E-74E2-FBCF0AE09B29}"/>
              </a:ext>
            </a:extLst>
          </p:cNvPr>
          <p:cNvSpPr/>
          <p:nvPr/>
        </p:nvSpPr>
        <p:spPr>
          <a:xfrm>
            <a:off x="1027788" y="5549665"/>
            <a:ext cx="5068207" cy="10984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Recall = 0.000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6E79B7C-3121-8B3B-8172-F09369B1C025}"/>
              </a:ext>
            </a:extLst>
          </p:cNvPr>
          <p:cNvSpPr/>
          <p:nvPr/>
        </p:nvSpPr>
        <p:spPr>
          <a:xfrm>
            <a:off x="6095995" y="3352797"/>
            <a:ext cx="5068207" cy="10984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ROC AUC = 0.703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3CC1719-0779-EAAE-EAFA-CBA067880803}"/>
              </a:ext>
            </a:extLst>
          </p:cNvPr>
          <p:cNvSpPr/>
          <p:nvPr/>
        </p:nvSpPr>
        <p:spPr>
          <a:xfrm>
            <a:off x="6095995" y="4451231"/>
            <a:ext cx="5068207" cy="10984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PR AUC = 0.194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A9E9220-AA4C-E16E-2239-B6199B2A5A25}"/>
              </a:ext>
            </a:extLst>
          </p:cNvPr>
          <p:cNvSpPr/>
          <p:nvPr/>
        </p:nvSpPr>
        <p:spPr>
          <a:xfrm>
            <a:off x="6095995" y="5549665"/>
            <a:ext cx="5068207" cy="10984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Brier Score = 0.084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15525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8302</TotalTime>
  <Words>46</Words>
  <Application>Microsoft Macintosh PowerPoint</Application>
  <PresentationFormat>ワイド画面</PresentationFormat>
  <Paragraphs>17</Paragraphs>
  <Slides>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Hiragino Kaku Gothic Pro W3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雄斗 植中</dc:creator>
  <cp:lastModifiedBy>雄斗 植中</cp:lastModifiedBy>
  <cp:revision>10</cp:revision>
  <dcterms:created xsi:type="dcterms:W3CDTF">2024-10-28T10:52:02Z</dcterms:created>
  <dcterms:modified xsi:type="dcterms:W3CDTF">2024-11-26T02:44:51Z</dcterms:modified>
</cp:coreProperties>
</file>